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Employee Payroll &amp; Statutory Deduction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49096"/>
                </a:solidFill>
              </a:rPr>
              <a:t>Database Management Systems • 25TU03MJM0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Siddharth [FULL NAME]  |  Roll: [ROLL NUMBER]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Semester 3 • CSE Panthers • Mentor: Dr. Sahithi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Woxsen University • Academic Year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Payroll information spans employees, salary, attendance, earnings, deductions and loans.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Spreadsheet duplication and formula drift make totals harder to audit.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A relational database can connect records and enforce key business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Maintain employee and effective salary data; record attendance.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Calculate payroll, itemized deductions and loan repayment.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Produce payslip/transfer records and management reports.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Educational prototype only: fictional rates, no live bank connection.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Users and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HR: employee, department and designation maintenance.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Payroll: salary, attendance, payroll and payslips.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Finance: deductions, loans and transfer status.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Manager: department cost, payroll variance and summary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ER model and key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Department 1:N Employee; Designation 1:N Employee and Salary Structure.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Employee 1:N Attendance, Loan and Payroll Detail.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Employee M:N Payroll Period resolved through Payroll Detail.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Payroll Detail 1:N Earnings/Deductions; at most one Payslip and Transfer.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Open docs/review-1/er_diagram.md for the complete ER diagram.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C4D"/>
                </a:solidFill>
              </a:rPr>
              <a:t>Payroll ER Diagram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38560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Normalization and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1NF: scalar facts; each earning/deduction is a separate row.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2NF/3NF: attributes depend on the row key; department/designation descriptions stored once.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PK, FK, UNIQUE, CHECK and DEFAULT protect facts and relationships.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One payroll per employee-period; payroll totals reconciled; loan balance cannot go negative.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MySQL reports and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Views and joins: employee gross, deduction and net pay.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GROUP BY: deduction totals and department payroll cost.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Nested query: active loan balances relative to installments.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Variance and bank transfer status reports.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Payroll and loan changes commit together or roll back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Python application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Tkinter employee table: search, add, update and delete.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CLI: attendance, payroll calculation, payslip record and transfer instruction.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Parameterized MySQL Connector/Python queries.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Reports are displayed in the app; MySQL enforces relational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Validation and honest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Test plan covers duplicate keys, invalid attendance, negative loan and inconsistent payroll totals.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MySQL execution and screenshots must be captured on the student machine; unavailable in this build workspace.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Rates are fictional (10% pension, 5% PAYE, basic/176 overtime); replace only with instructor-approved local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9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C4D"/>
                </a:solidFill>
                <a:latin typeface="Aptos Display"/>
              </a:rPr>
              <a:t>Conclusion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Project demonstrates ER design, 3NF, SQL, constraints, transactions and Python integration.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Run setup and validation scripts; record actual outputs; add genuine screenshots.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Replace personal placeholders and complete faculty certificate/signature.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32D3A"/>
                </a:solidFill>
                <a:latin typeface="Aptos"/>
              </a:rPr>
              <a:t>Future: approved local tax rules, access control, audit history and secure hosted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42C4D"/>
                </a:solidFill>
              </a:rPr>
              <a:t>PBL • MySQL + Python • Siddharth [ROLL NUMBER]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